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FortiOS 8.0 Fuzzing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Security Research Infrastructure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זה Fuzzing?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Fuzzing הוא טכניקת בדיקה המשלחת קלטים רנדומיים/מתוכננים לתוכנה כדי למצוא crashes וחולשות.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Automatic Input Generation - יצירה אוטומטית של קלטים שיגרמו לקריסות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Crash Detection - זיהוי אוטומטי של crashes וחריגויות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Coverage Tracking - עקוב אחר קודים שנבדקו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Intelligent Mutations - אסטרטגיות mutation חכמות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ארכיטקטורה של ה-Lab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286000" cy="1097280"/>
          </a:xfrm>
          <a:prstGeom prst="roundRect">
            <a:avLst/>
          </a:prstGeom>
          <a:solidFill>
            <a:srgbClr val="00A9E0">
              <a:alpha val="80000"/>
            </a:srgbClr>
          </a:solidFill>
          <a:ln w="25400">
            <a:solidFill>
              <a:srgbClr val="00A9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Fuzzer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17520" y="1188720"/>
            <a:ext cx="2286000" cy="1097280"/>
          </a:xfrm>
          <a:prstGeom prst="roundRect">
            <a:avLst/>
          </a:prstGeom>
          <a:solidFill>
            <a:srgbClr val="00A9E0">
              <a:alpha val="80000"/>
            </a:srgbClr>
          </a:solidFill>
          <a:ln w="25400">
            <a:solidFill>
              <a:srgbClr val="00A9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11887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7840" y="1188720"/>
            <a:ext cx="2286000" cy="1097280"/>
          </a:xfrm>
          <a:prstGeom prst="roundRect">
            <a:avLst/>
          </a:prstGeom>
          <a:solidFill>
            <a:srgbClr val="00A9E0">
              <a:alpha val="80000"/>
            </a:srgbClr>
          </a:solidFill>
          <a:ln w="25400">
            <a:solidFill>
              <a:srgbClr val="00A9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1887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2286000" cy="1097280"/>
          </a:xfrm>
          <a:prstGeom prst="roundRect">
            <a:avLst/>
          </a:prstGeom>
          <a:solidFill>
            <a:srgbClr val="FF6B6B">
              <a:alpha val="80000"/>
            </a:srgbClr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432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17520" y="2743200"/>
            <a:ext cx="2286000" cy="1097280"/>
          </a:xfrm>
          <a:prstGeom prst="roundRect">
            <a:avLst/>
          </a:prstGeom>
          <a:solidFill>
            <a:srgbClr val="FF6B6B">
              <a:alpha val="80000"/>
            </a:srgbClr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27432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77840" y="2743200"/>
            <a:ext cx="2286000" cy="1097280"/>
          </a:xfrm>
          <a:prstGeom prst="roundRect">
            <a:avLst/>
          </a:prstGeom>
          <a:solidFill>
            <a:srgbClr val="FF6B6B">
              <a:alpha val="80000"/>
            </a:srgbClr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27432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1737360"/>
            <a:ext cx="914400" cy="137160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Mutation Strategies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74320" cy="365760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Bit-Flip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91840" y="10972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individual bits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274320" cy="365760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5727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Byte-Flip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157276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 entire bytes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48256"/>
            <a:ext cx="274320" cy="365760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04825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Interesting Bytes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2048256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0x00, 0xFF, INT_MAX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23744"/>
            <a:ext cx="274320" cy="3657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52374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252374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operations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99232"/>
            <a:ext cx="274320" cy="3657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9992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Havoc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299923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1-16 random mutations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274320" cy="3657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474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Splicing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91840" y="34747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seed payloads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950208"/>
            <a:ext cx="274320" cy="3657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9502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Coverage-Guided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0" y="395020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new paths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Protocol Fuzzing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תמיכה בפרוטוקולים בינאריים - SSL-VPN ו-Admin Protocol: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SSL-VPN Packet Structure: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1463040" cy="365760"/>
          </a:xfrm>
          <a:prstGeom prst="rect">
            <a:avLst/>
          </a:prstGeom>
          <a:solidFill>
            <a:srgbClr val="00A9E0">
              <a:alpha val="70000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2996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0" y="2011680"/>
            <a:ext cx="1463040" cy="365760"/>
          </a:xfrm>
          <a:prstGeom prst="rect">
            <a:avLst/>
          </a:prstGeom>
          <a:solidFill>
            <a:srgbClr val="00A9E0">
              <a:alpha val="70000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202996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21945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0" y="2011680"/>
            <a:ext cx="1463040" cy="365760"/>
          </a:xfrm>
          <a:prstGeom prst="rect">
            <a:avLst/>
          </a:prstGeom>
          <a:solidFill>
            <a:srgbClr val="FF6B6B">
              <a:alpha val="7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202996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0" y="21945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94960" y="2011680"/>
            <a:ext cx="1463040" cy="365760"/>
          </a:xfrm>
          <a:prstGeom prst="rect">
            <a:avLst/>
          </a:prstGeom>
          <a:solidFill>
            <a:srgbClr val="FF6B6B">
              <a:alpha val="7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202996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94960" y="21945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49440" y="2011680"/>
            <a:ext cx="1463040" cy="365760"/>
          </a:xfrm>
          <a:prstGeom prst="rect">
            <a:avLst/>
          </a:prstGeom>
          <a:solidFill>
            <a:srgbClr val="28A745">
              <a:alpha val="70000"/>
            </a:srgbClr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202996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49440" y="21945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Protocol Packet: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2880360"/>
            <a:ext cx="1325880" cy="320040"/>
          </a:xfrm>
          <a:prstGeom prst="rect">
            <a:avLst/>
          </a:prstGeom>
          <a:solidFill>
            <a:srgbClr val="00A9E0">
              <a:alpha val="70000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2898648"/>
            <a:ext cx="1325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31520" y="3044952"/>
            <a:ext cx="1325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121408" y="2880360"/>
            <a:ext cx="1325880" cy="320040"/>
          </a:xfrm>
          <a:prstGeom prst="rect">
            <a:avLst/>
          </a:prstGeom>
          <a:solidFill>
            <a:srgbClr val="00A9E0">
              <a:alpha val="70000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21408" y="2898648"/>
            <a:ext cx="1325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121408" y="3044952"/>
            <a:ext cx="1325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511296" y="2880360"/>
            <a:ext cx="1325880" cy="320040"/>
          </a:xfrm>
          <a:prstGeom prst="rect">
            <a:avLst/>
          </a:prstGeom>
          <a:solidFill>
            <a:srgbClr val="00A9E0">
              <a:alpha val="70000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11296" y="2898648"/>
            <a:ext cx="1325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511296" y="3044952"/>
            <a:ext cx="1325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901184" y="2880360"/>
            <a:ext cx="1325880" cy="320040"/>
          </a:xfrm>
          <a:prstGeom prst="rect">
            <a:avLst/>
          </a:prstGeom>
          <a:solidFill>
            <a:srgbClr val="00A9E0">
              <a:alpha val="70000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01184" y="2898648"/>
            <a:ext cx="1325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901184" y="3044952"/>
            <a:ext cx="1325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91072" y="2880360"/>
            <a:ext cx="1325880" cy="320040"/>
          </a:xfrm>
          <a:prstGeom prst="rect">
            <a:avLst/>
          </a:prstGeom>
          <a:solidFill>
            <a:srgbClr val="00A9E0">
              <a:alpha val="70000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91072" y="2898648"/>
            <a:ext cx="1325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291072" y="3044952"/>
            <a:ext cx="1325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680960" y="2880360"/>
            <a:ext cx="1325880" cy="320040"/>
          </a:xfrm>
          <a:prstGeom prst="rect">
            <a:avLst/>
          </a:prstGeom>
          <a:solidFill>
            <a:srgbClr val="00A9E0">
              <a:alpha val="70000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80960" y="2898648"/>
            <a:ext cx="1325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680960" y="3044952"/>
            <a:ext cx="1325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תמיכה בפרוטוקולים שונים מאפשרת בדיקה של מדיום חומרה שונים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Analysis &amp; Deduplication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בעיה: 342 crashes מיוצרים, אך רובם דומים זה לזה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657600" cy="2560320"/>
          </a:xfrm>
          <a:prstGeom prst="rect">
            <a:avLst/>
          </a:prstGeom>
          <a:solidFill>
            <a:srgbClr val="F8F9FA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342 Crashes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Timeout #1 (HTTP)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54203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Timeout #2 (HTTP)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798064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Timeout #3 (HTTP)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05409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Connection reset #1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31012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Connection reset #2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5661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Length overflow #1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82219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078224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342 total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97680" y="3017520"/>
            <a:ext cx="548640" cy="0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2788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(&gt;75%)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0" y="1737360"/>
            <a:ext cx="3657600" cy="2560320"/>
          </a:xfrm>
          <a:prstGeom prst="rect">
            <a:avLst/>
          </a:prstGeom>
          <a:solidFill>
            <a:srgbClr val="F8F9FA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1828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5 Clusters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0" y="22860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HTTP Timeouts (98)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0" y="2651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Binary Anomalies (127)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3520" y="3017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Length Overflow (89)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0" y="3383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State Confusion (18)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03520" y="3749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Memory Issues (10)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Coverage-Guided Fuzzing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אסטרטגיית התגברות: prioritize test cases שמגלים new code paths ו-crashes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1737360"/>
            <a:ext cx="1828800" cy="548640"/>
          </a:xfrm>
          <a:prstGeom prst="rect">
            <a:avLst/>
          </a:prstGeom>
          <a:solidFill>
            <a:srgbClr val="00A9E0">
              <a:alpha val="80000"/>
            </a:srgbClr>
          </a:solidFill>
          <a:ln w="25400">
            <a:solidFill>
              <a:srgbClr val="00A9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7373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2011680"/>
            <a:ext cx="100584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1737360"/>
            <a:ext cx="1828800" cy="548640"/>
          </a:xfrm>
          <a:prstGeom prst="rect">
            <a:avLst/>
          </a:prstGeom>
          <a:solidFill>
            <a:srgbClr val="FF6B6B">
              <a:alpha val="80000"/>
            </a:srgbClr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17373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2011680"/>
            <a:ext cx="100584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1737360"/>
            <a:ext cx="1371600" cy="548640"/>
          </a:xfrm>
          <a:prstGeom prst="rect">
            <a:avLst/>
          </a:prstGeom>
          <a:solidFill>
            <a:srgbClr val="28A745">
              <a:alpha val="80000"/>
            </a:srgbClr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17373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2468880"/>
            <a:ext cx="0" cy="1097280"/>
          </a:xfrm>
          <a:prstGeom prst="line">
            <a:avLst/>
          </a:prstGeom>
          <a:noFill/>
          <a:ln w="25400">
            <a:solidFill>
              <a:srgbClr val="28A7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3566160"/>
            <a:ext cx="-4206240" cy="0"/>
          </a:xfrm>
          <a:prstGeom prst="line">
            <a:avLst/>
          </a:prstGeom>
          <a:noFill/>
          <a:ln w="25400">
            <a:solidFill>
              <a:srgbClr val="28A7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3566160"/>
            <a:ext cx="0" cy="-1097280"/>
          </a:xfrm>
          <a:prstGeom prst="line">
            <a:avLst/>
          </a:prstGeom>
          <a:noFill/>
          <a:ln w="25400">
            <a:solidFill>
              <a:srgbClr val="28A7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 Strategy: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2976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new coverage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617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iterations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60320" y="42976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crash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60320" y="4617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iterations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42976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execution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63440" y="4617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 iterations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66560" y="42976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improvement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66560" y="4617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0.3x iterations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דוגמה תוצאות - Campaign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Fuzzing Iterations Across HTTP + Binary Protocols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011680" cy="1097280"/>
          </a:xfrm>
          <a:prstGeom prst="roundRect">
            <a:avLst/>
          </a:prstGeom>
          <a:solidFill>
            <a:srgbClr val="FF6B6B">
              <a:alpha val="20000"/>
            </a:srgbClr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Crashes Found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645920"/>
            <a:ext cx="2011680" cy="1097280"/>
          </a:xfrm>
          <a:prstGeom prst="roundRect">
            <a:avLst/>
          </a:prstGeom>
          <a:solidFill>
            <a:srgbClr val="28A745">
              <a:alpha val="20000"/>
            </a:srgbClr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0604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Clusters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645920"/>
            <a:ext cx="2011680" cy="1097280"/>
          </a:xfrm>
          <a:prstGeom prst="roundRect">
            <a:avLst/>
          </a:prstGeom>
          <a:solidFill>
            <a:srgbClr val="00A9E0">
              <a:alpha val="20000"/>
            </a:srgbClr>
          </a:solidFill>
          <a:ln w="25400">
            <a:solidFill>
              <a:srgbClr val="00A9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Hit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03720" y="1645920"/>
            <a:ext cx="2011680" cy="1097280"/>
          </a:xfrm>
          <a:prstGeom prst="roundRect">
            <a:avLst/>
          </a:prstGeom>
          <a:solidFill>
            <a:srgbClr val="FFC107">
              <a:alpha val="20000"/>
            </a:srgbClr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90372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Ratio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Breakdown: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274320" cy="274320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474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Timeouts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3474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crashes (28.6%)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274320" cy="2743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886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Anomalies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886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 crashes (37.1%)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274320" cy="27432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297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Overflow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4297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 crashes (26.0%)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709160"/>
            <a:ext cx="274320" cy="27432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709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Confusion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crashes (5.3%)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Research Workflow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65760" cy="365760"/>
          </a:xfrm>
          <a:prstGeom prst="ellipse">
            <a:avLst/>
          </a:prstGeom>
          <a:solidFill>
            <a:srgbClr val="00A9E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11556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325880"/>
            <a:ext cx="7680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protocols, collect samples, create seeds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65760" cy="365760"/>
          </a:xfrm>
          <a:prstGeom prst="ellipse">
            <a:avLst/>
          </a:prstGeom>
          <a:solidFill>
            <a:srgbClr val="00A9E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7099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920240"/>
            <a:ext cx="7680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(10k) + Binary (5k each) iterations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365760" cy="365760"/>
          </a:xfrm>
          <a:prstGeom prst="ellipse">
            <a:avLst/>
          </a:prstGeom>
          <a:solidFill>
            <a:srgbClr val="00A9E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230428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514600"/>
            <a:ext cx="7680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crash categorization &amp; pattern extraction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365760" cy="365760"/>
          </a:xfrm>
          <a:prstGeom prst="ellipse">
            <a:avLst/>
          </a:prstGeom>
          <a:solidFill>
            <a:srgbClr val="00A9E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289864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108960"/>
            <a:ext cx="7680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similar crashes by severity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365760" cy="365760"/>
          </a:xfrm>
          <a:prstGeom prst="ellipse">
            <a:avLst/>
          </a:prstGeom>
          <a:solidFill>
            <a:srgbClr val="00A9E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49300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703320"/>
            <a:ext cx="7680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 &amp; documentation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Technologies &amp; Tools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11155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Engine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1325880"/>
            <a:ext cx="74980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intelligent fuzzing strategies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161848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Fuzzer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1828800"/>
            <a:ext cx="74980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Protocol-specific testing (SSL-VPN, Admin)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1031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212140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Analyzer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2331720"/>
            <a:ext cx="74980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extraction &amp; categorization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606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262432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2834640"/>
            <a:ext cx="74980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clustering (75% similarity)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31089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88720" y="312724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Tracker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3337560"/>
            <a:ext cx="74980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path monitoring &amp; gap analysis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3611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88720" y="36301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88720" y="3840480"/>
            <a:ext cx="74980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comprehensive unit tests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Safety &amp; Responsible Research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Lab-Only Security Constraints: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Isolated environment (localhost only)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93852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production targeting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322576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Clear authorization requirements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706624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Network isolation enforced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090672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Research methodology documentation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Responsible disclosure workflow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85876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exploit code - analysis tools only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Security Research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Fuzzing Lab Ready for Investigation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2026-07-26T15:27:32Z</dcterms:created>
  <dcterms:modified xsi:type="dcterms:W3CDTF">2026-07-26T15:27:32Z</dcterms:modified>
</cp:coreProperties>
</file>