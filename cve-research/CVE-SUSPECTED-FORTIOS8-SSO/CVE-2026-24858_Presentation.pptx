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ECF0F1"/>
                </a:solidFill>
              </a:rPr>
              <a:t>CVE-2026-24858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1945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E74C3C"/>
                </a:solidFill>
              </a:rPr>
              <a:t>FortiOS/FortiWeb Authentication Bypass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0" y="2926080"/>
            <a:ext cx="3657600" cy="73152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0" y="292608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CVSS 9.8 CRITICAL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4572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39C12"/>
                </a:solidFill>
              </a:rPr>
              <a:t>AUTHORIZED LAB TESTING ONLY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Vulnerability Overview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0584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05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0F1"/>
                </a:solidFill>
              </a:rPr>
              <a:t>1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1188720" y="109728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</a:rPr>
              <a:t>JWT "none" Algorithm Bypass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Server accepts JWT tokens with algorithm "none"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7452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8745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0F1"/>
                </a:solidFill>
              </a:rPr>
              <a:t>2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196596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</a:rPr>
              <a:t>SAML Signature Bypass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224028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Unsigned SAML assertions accepted as valid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74320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7432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0F1"/>
                </a:solidFill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88720" y="283464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</a:rPr>
              <a:t>No Signature Verification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188720" y="310896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Digital signatures not properly validated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611880"/>
            <a:ext cx="320040" cy="320040"/>
          </a:xfrm>
          <a:prstGeom prst="ellipse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6118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ECF0F1"/>
                </a:solidFill>
              </a:rPr>
              <a:t>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703320"/>
            <a:ext cx="7040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</a:rPr>
              <a:t>Complete Auth Bypass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88720" y="3977640"/>
            <a:ext cx="7040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Unauthenticated attacker gains admin access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Affected Versions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E74C3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74C3C"/>
                </a:solidFill>
              </a:rPr>
              <a:t>FortiOS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16916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• 8.0.0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• 8.0.1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• 8.0.2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• 8.0.3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39C12"/>
                </a:solidFill>
              </a:rPr>
              <a:t>FortiWeb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200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• 7.0.x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• 7.2.x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• 7.4.x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• 8.0.x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Attack Vector: JWT "none" Algorithm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914400"/>
            <a:ext cx="8229600" cy="1188720"/>
          </a:xfrm>
          <a:prstGeom prst="rect">
            <a:avLst/>
          </a:prstGeom>
          <a:solidFill>
            <a:srgbClr val="000000"/>
          </a:solidFill>
          <a:ln w="12700">
            <a:solidFill>
              <a:srgbClr val="3498D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00584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Header: {"alg": "none", "typ": "JWT"}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ECF0F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Payload: {"admin": true, "exp": 9999999999}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74C3C"/>
                </a:solidFill>
              </a:rPr>
              <a:t>Impact: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✓ No signature verification required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✓ Attacker creates malicious token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✓ Server accepts "none" algorithm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✓ Admin access granted instantly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Exploitation Timeline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97280"/>
            <a:ext cx="9144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0972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0F1"/>
                </a:solidFill>
              </a:rPr>
              <a:t>0.00s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1737360" y="10972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Reconnaissance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206240" y="10972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Target enumeration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783080"/>
            <a:ext cx="9144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17830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0F1"/>
                </a:solidFill>
              </a:rPr>
              <a:t>0.005s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17830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JWT Creation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206240" y="17830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Malicious token crafted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468880"/>
            <a:ext cx="9144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4688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0F1"/>
                </a:solidFill>
              </a:rPr>
              <a:t>0.008s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468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Authentication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206240" y="2468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Token sent to server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154680"/>
            <a:ext cx="914400" cy="3200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3154680"/>
            <a:ext cx="914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ECF0F1"/>
                </a:solidFill>
              </a:rPr>
              <a:t>0.010s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737360" y="31546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498DB"/>
                </a:solidFill>
              </a:rPr>
              <a:t>Admin Access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206240" y="3154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Full system compromise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200400" y="4114800"/>
            <a:ext cx="2743200" cy="54864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20" name="Text 18"/>
          <p:cNvSpPr/>
          <p:nvPr/>
        </p:nvSpPr>
        <p:spPr>
          <a:xfrm>
            <a:off x="3200400" y="4114800"/>
            <a:ext cx="2743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CF0F1"/>
                </a:solidFill>
              </a:rPr>
              <a:t>TOTAL: 0.01 seconds for complete compromise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Post-Exploitation Capabilities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640080" y="105156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▸ Modify firewall rules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4846320" y="105156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983480" y="114300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▸ Create backdoor accounts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640080" y="182880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7724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▸ Export configurations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846320" y="182880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983480" y="192024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▸ Modify VPN settings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260604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7724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▸ Access traffic logs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846320" y="260604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983480" y="269748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▸ Install backdoors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40080" y="338328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77240" y="3474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▸ Change auth settings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846320" y="3383280"/>
            <a:ext cx="3840480" cy="640080"/>
          </a:xfrm>
          <a:prstGeom prst="rect">
            <a:avLst/>
          </a:prstGeom>
          <a:solidFill>
            <a:srgbClr val="16213E"/>
          </a:solidFill>
          <a:ln w="12700">
            <a:solidFill>
              <a:srgbClr val="F39C1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83480" y="34747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▸ Modify DNS/routing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CVSS v3.1 Scoring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1371600" y="914400"/>
            <a:ext cx="1828800" cy="1828800"/>
          </a:xfrm>
          <a:prstGeom prst="rect">
            <a:avLst/>
          </a:prstGeom>
          <a:solidFill>
            <a:srgbClr val="E74C3C"/>
          </a:solidFill>
          <a:ln/>
        </p:spPr>
      </p:sp>
      <p:sp>
        <p:nvSpPr>
          <p:cNvPr id="4" name="Text 2"/>
          <p:cNvSpPr/>
          <p:nvPr/>
        </p:nvSpPr>
        <p:spPr>
          <a:xfrm>
            <a:off x="1371600" y="128016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200" b="1" dirty="0">
                <a:solidFill>
                  <a:srgbClr val="ECF0F1"/>
                </a:solidFill>
              </a:rPr>
              <a:t>9.8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371600" y="2011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ECF0F1"/>
                </a:solidFill>
              </a:rPr>
              <a:t>CRITICAL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657600" y="10058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Attack Vector: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6035040" y="10058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Network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657600" y="135331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Attack Complexity: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035040" y="135331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Low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3657600" y="170078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Privileges Required: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035040" y="170078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None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657600" y="2048256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User Interaction: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035040" y="204825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None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657600" y="239572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Confidentiality: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035040" y="239572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High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657600" y="274320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Integrity: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035040" y="27432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High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657600" y="309067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98DB"/>
                </a:solidFill>
              </a:rPr>
              <a:t>Availability: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35040" y="309067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High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Remediation &amp; Defense</a:t>
            </a:r>
            <a:endParaRPr lang="en-US" sz="24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393192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F39C1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39C12"/>
                </a:solidFill>
              </a:rPr>
              <a:t>Apply Updates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FortiOS 8.0.4+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FortiWeb 7.2.4+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FortiWeb 8.0.1+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Enable auto-updates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474720"/>
          </a:xfrm>
          <a:prstGeom prst="rect">
            <a:avLst/>
          </a:prstGeom>
          <a:solidFill>
            <a:srgbClr val="16213E"/>
          </a:solidFill>
          <a:ln w="25400">
            <a:solidFill>
              <a:srgbClr val="3498D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498DB"/>
                </a:solidFill>
              </a:rPr>
              <a:t>Detection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937760" y="164592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Monitor auth logs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JWT anomalies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Admin creation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ECF0F1"/>
                </a:solidFill>
              </a:rPr>
              <a:t>• Firewall changes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74C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ECF0F1"/>
                </a:solidFill>
              </a:rPr>
              <a:t>⚠️ LEGAL NOTICE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11887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ECF0F1"/>
                </a:solidFill>
              </a:rPr>
              <a:t>AUTHORIZED LAB TESTING ONLY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7315200" cy="2560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CF0F1"/>
                </a:solidFill>
              </a:rPr>
              <a:t>✓ Authorized Security Research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F0F1"/>
                </a:solidFill>
              </a:rPr>
              <a:t>✓ Educational Demonstrations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F0F1"/>
                </a:solidFill>
              </a:rPr>
              <a:t>✓ Authorized Penetration Testing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F0F1"/>
                </a:solidFill>
              </a:rPr>
              <a:t>✗ Unauthorized Production Access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F0F1"/>
                </a:solidFill>
              </a:rPr>
              <a:t>✗ Illegal Computer Access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CF0F1"/>
                </a:solidFill>
              </a:rPr>
              <a:t>90-day embargo on public disclosure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E74C3C"/>
                </a:solidFill>
              </a:rPr>
              <a:t>Questions?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CVE-2026-24858 Research &amp; Exploitation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Authorized Lab Testing Only</a:t>
            </a:r>
            <a:endParaRPr lang="en-US" sz="1400" dirty="0"/>
          </a:p>
          <a:p>
            <a:pPr algn="ctr" indent="0" marL="0">
              <a:buNone/>
            </a:pP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ECF0F1"/>
                </a:solidFill>
              </a:rPr>
              <a:t>https://github.com/netanelcyber/HAMIVTZAR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2026-07-25T19:47:34Z</dcterms:created>
  <dcterms:modified xsi:type="dcterms:W3CDTF">2026-07-25T19:47:34Z</dcterms:modified>
</cp:coreProperties>
</file>