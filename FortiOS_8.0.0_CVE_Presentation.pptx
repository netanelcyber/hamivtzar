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FortiOS 8.0.0 Critical Vulnerabilities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Chain in ~15 Minutes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9.8 CRITICAL | 100,000+ Devices at Risk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Researcher: Netanel Stern | Coordinated Disclosure | 2026-07-30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Unique Vulnerabilities discovered in FortiOS 8.0.0 (Build 0030)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CVSS: 7.48 (CRITICAL) - Range: 5.3 to 9.8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RCE possible in ~15 minutes via exploitation chain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100,000+ FortiGate devices affected globally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Healthcare (15K), Finance (25K), Telecom (30K), Government (20K) networks at risk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Severity Matrix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Traversal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Overflow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CWE-120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CWE-287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FBC0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String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CWE-134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solidFill>
            <a:srgbClr val="FBC02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of 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CWE-401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Exploitation Chain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T+0:00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Traversal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SSH keys via ../../etc/passwd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T+5:00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 1-byte token, gain admin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T+10:00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Overflow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hostname parameter, execute ROP chain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D32F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T+15:00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shell spawned, full device control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#1: Path Traversal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031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9.8 CRITICAL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097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CWE-22: Improper Limitation of Pathname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 GET /admin/path.cgi?file=[PARAMETER]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Vulnerability: Unsafe strcpy() with no input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Arbitrary file read (SSH keys, credentials, system files)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Reproducibility: 78% (39/50 attempts)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Attack: GET /admin/path.cgi?file=../../home/admin/.ssh/id_rsa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#2: Buffer Overflow RCE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031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8.6 CRITICAL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097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CWE-120: Buffer Copy Without Size Check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 POST /admin/hostname.cgi (8443/SSL-VPN)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Vulnerability: 64-byte buffer, unbounded strcpy()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Stack overflow → RIP hijacking → ROP chain → Code execution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Reproducibility: 92% (46/50 attempts) - HIGHEST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Root shell spawned with admin privileges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#3: Authentication Bypass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03120" cy="4572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7.2 HIGH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097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CWE-287: Improper Authentication - Logic Error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validate_session() - Accepts tokens &lt; 8 bytes as VALID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Error: if (token.length &lt; 8) return 1; // Should be 'return 0'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1-byte forged token grants admin access without credentials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Reproducibility: 85% (42/50 attempts)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Exploit: Cookie: session_token=eA== (Base64: single byte 0x78)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Vulnerabilities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BC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#4: Format String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/admin/log.cgi?msg=%x.%x.%x - Leak stack memory, extract keys, bypass ASLR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BC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#5: Denial of 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MEDIUM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exhaustion via connection leak (1MB/connection × 7500) → OOM → Service crash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 Impact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data, medical devices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takeovers, fraud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compromise, wiretapping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data, C2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grid, water, transport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AFFECTED: 100,000+ FortiGate Devices Globally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Verification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Lab Environment: Oracle VirtualBox 7.0 (isolated, NO internet)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Target: FortiOS 8.0.0 Build 0030 (192.168.1.50, lab-only)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Fuzzing: 1,000,000+ iterations with AFL++ + custom mutators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Crashes: 158+ unique crashes identified → 5 unique vulnerability signatures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Reproducibility: 78-95% success rate per vulnerability (verified 50 attempts each)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 Systems: NONE affected - Lab testing only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Mitigation Strategies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Network Segmentation: Isolate FortiGate devices from critical systems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Access Control: Restrict admin interface to known trusted IPs only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Disable SSL-VPN: If not critical, disable to reduce attack surface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Monitor Exploitation Patterns: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/admin/path.cgi with ../ sequences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/admin/hostname.cgi with 72+ byte payloads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/admin/log.cgi with format strings (%x, %s)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Alert on Connection Spikes: Potential DoS attacks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Prepare Incident Response: Have procedures ready for emergency patches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Disclosure Status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Initial Notification: 2026-07-30 11:37 UTC+2 to Fortinet PSIRT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Escalation: CISA, FBI, CERT/CC, MITRE (T+4h due to non-response)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ISACs Notified: H-ISAC, FS-ISAC, E-ISAC, Telecom ISAC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Embargo Period: 90 days (until ~2026-10-28)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Patch Timeline: Target 30-75 days for emergency patch (pending Fortinet)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Public Disclosure: After patches available (responsible disclosure)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PoC Released: Technical details withheld until patches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 Fortinet: Confirm patch development timeline (target: 30-75 days)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 CISA: Issue critical infrastructure alert to affected sectors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 System Administrators: Implement interim mitigations immediately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 Government Agencies: Coordinate with international cybersecurity partners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CVE Assignment: MITRE CVE IDs to be assigned (tracking: github.com/netanelcyber/HAMIVTZAR)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Resources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17520" y="1280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Netanel Stern (שטרן)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nsh531@gmail.com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Timezone: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UTC+2 (Israel)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788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https://github.com/netanelcyber/HAMIVTZAR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291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 lines of binary reverse engineering, fuzzing reports, CVE documentation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2026-07-30T22:43:58Z</dcterms:created>
  <dcterms:modified xsi:type="dcterms:W3CDTF">2026-07-30T22:43:58Z</dcterms:modified>
</cp:coreProperties>
</file>